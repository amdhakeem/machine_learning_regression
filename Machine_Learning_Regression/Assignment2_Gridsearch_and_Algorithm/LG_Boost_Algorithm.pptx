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57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11760" y="-99392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3059832" y="731605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5"/>
                </a:solidFill>
              </a:rPr>
              <a:t>LG </a:t>
            </a:r>
            <a:r>
              <a:rPr lang="en-US" sz="2000" b="1" dirty="0" smtClean="0">
                <a:solidFill>
                  <a:schemeClr val="accent5"/>
                </a:solidFill>
              </a:rPr>
              <a:t>Boost </a:t>
            </a:r>
            <a:r>
              <a:rPr lang="en-US" sz="2000" b="1" dirty="0">
                <a:solidFill>
                  <a:schemeClr val="accent5"/>
                </a:solidFill>
              </a:rPr>
              <a:t>Regression</a:t>
            </a:r>
            <a:endParaRPr lang="en-IN" sz="2000" b="1" u="sng" dirty="0">
              <a:solidFill>
                <a:schemeClr val="accent5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3579" y="1124744"/>
            <a:ext cx="781286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  <a:cs typeface="Calibri" pitchFamily="34" charset="0"/>
              </a:rPr>
              <a:t>LGBoost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 regression (commonly referring to </a:t>
            </a:r>
            <a:r>
              <a:rPr lang="en-US" sz="1600" b="1" dirty="0" err="1">
                <a:latin typeface="Calibri" pitchFamily="34" charset="0"/>
                <a:cs typeface="Calibri" pitchFamily="34" charset="0"/>
              </a:rPr>
              <a:t>LightGBM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 regression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) is a gradient boosting framework designed for high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performance. It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uses tree-based learning with histogram-based splitting for faster training and lower memory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usage. </a:t>
            </a:r>
            <a:r>
              <a:rPr lang="en-US" sz="1600" dirty="0" err="1" smtClean="0">
                <a:latin typeface="Calibri" pitchFamily="34" charset="0"/>
                <a:cs typeface="Calibri" pitchFamily="34" charset="0"/>
              </a:rPr>
              <a:t>LightGBM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handles large datasets and high-dimensional features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efficiently. It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often achieves high accuracy with good scalability.</a:t>
            </a:r>
            <a:endParaRPr lang="en-IN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99792" y="2276872"/>
            <a:ext cx="56432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accent5"/>
                </a:solidFill>
              </a:rPr>
              <a:t>LG </a:t>
            </a:r>
            <a:r>
              <a:rPr lang="en-US" sz="1600" b="1" dirty="0" smtClean="0">
                <a:solidFill>
                  <a:schemeClr val="accent5"/>
                </a:solidFill>
              </a:rPr>
              <a:t>Boost </a:t>
            </a:r>
            <a:r>
              <a:rPr lang="en-US" sz="1600" b="1" dirty="0" err="1" smtClean="0">
                <a:solidFill>
                  <a:schemeClr val="accent5"/>
                </a:solidFill>
              </a:rPr>
              <a:t>Hyperparameter</a:t>
            </a:r>
            <a:r>
              <a:rPr lang="en-US" sz="1600" b="1" dirty="0" smtClean="0">
                <a:solidFill>
                  <a:schemeClr val="accent5"/>
                </a:solidFill>
              </a:rPr>
              <a:t> table</a:t>
            </a:r>
            <a:endParaRPr lang="en-IN" sz="1600" b="1" dirty="0">
              <a:solidFill>
                <a:schemeClr val="accent5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18190"/>
            <a:ext cx="8424936" cy="402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87824" y="898493"/>
            <a:ext cx="303236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accent5"/>
                </a:solidFill>
              </a:rPr>
              <a:t>LG </a:t>
            </a:r>
            <a:r>
              <a:rPr lang="en-US" sz="2200" b="1" dirty="0" smtClean="0">
                <a:solidFill>
                  <a:schemeClr val="accent5"/>
                </a:solidFill>
              </a:rPr>
              <a:t>Boost - Algorithm</a:t>
            </a:r>
            <a:endParaRPr lang="en-IN" sz="2200" b="1" dirty="0">
              <a:solidFill>
                <a:schemeClr val="accent5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28800"/>
            <a:ext cx="6332688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92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78294" y="1040172"/>
            <a:ext cx="727280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1600" dirty="0" err="1">
                <a:latin typeface="Calibri" pitchFamily="34" charset="0"/>
                <a:cs typeface="Calibri" pitchFamily="34" charset="0"/>
              </a:rPr>
              <a:t>LGBoost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 (</a:t>
            </a:r>
            <a:r>
              <a:rPr lang="en-US" sz="1600" dirty="0" err="1">
                <a:latin typeface="Calibri" pitchFamily="34" charset="0"/>
                <a:cs typeface="Calibri" pitchFamily="34" charset="0"/>
              </a:rPr>
              <a:t>LightGBM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) regression prediction for a given input is an ensemble of the predictions from all the individual decision trees built during the training process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. 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44637" y="535853"/>
            <a:ext cx="51427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err="1" smtClean="0">
                <a:solidFill>
                  <a:schemeClr val="accent5"/>
                </a:solidFill>
              </a:rPr>
              <a:t>LG</a:t>
            </a:r>
            <a:r>
              <a:rPr lang="en-IN" sz="2000" b="1" dirty="0" err="1" smtClean="0">
                <a:solidFill>
                  <a:schemeClr val="accent5"/>
                </a:solidFill>
              </a:rPr>
              <a:t>Boost</a:t>
            </a:r>
            <a:r>
              <a:rPr lang="en-IN" sz="2000" b="1" dirty="0" smtClean="0">
                <a:solidFill>
                  <a:schemeClr val="accent5"/>
                </a:solidFill>
              </a:rPr>
              <a:t> </a:t>
            </a:r>
            <a:r>
              <a:rPr lang="en-IN" sz="2000" b="1" dirty="0">
                <a:solidFill>
                  <a:schemeClr val="accent5"/>
                </a:solidFill>
              </a:rPr>
              <a:t>Regression Prediction Formula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313" y="1624947"/>
            <a:ext cx="2592288" cy="996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45" y="2852936"/>
            <a:ext cx="699410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8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2"/>
          <a:stretch/>
        </p:blipFill>
        <p:spPr bwMode="auto">
          <a:xfrm>
            <a:off x="776288" y="1268760"/>
            <a:ext cx="7507742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50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1225</TotalTime>
  <Words>100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Essential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31</cp:revision>
  <dcterms:created xsi:type="dcterms:W3CDTF">2026-01-12T09:38:17Z</dcterms:created>
  <dcterms:modified xsi:type="dcterms:W3CDTF">2026-01-16T17:04:40Z</dcterms:modified>
</cp:coreProperties>
</file>