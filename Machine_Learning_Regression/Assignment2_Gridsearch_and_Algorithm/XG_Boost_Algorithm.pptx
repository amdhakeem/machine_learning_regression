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257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0A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94660"/>
  </p:normalViewPr>
  <p:slideViewPr>
    <p:cSldViewPr>
      <p:cViewPr varScale="1">
        <p:scale>
          <a:sx n="87" d="100"/>
          <a:sy n="87" d="100"/>
        </p:scale>
        <p:origin x="-114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1EB760D-0AB4-4A1A-A23C-BF7CE48BC0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11760" y="116632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b="1" dirty="0"/>
              <a:t>Hope Artificial Intelligence </a:t>
            </a: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3059832" y="1032109"/>
            <a:ext cx="32403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chemeClr val="accent5"/>
                </a:solidFill>
              </a:rPr>
              <a:t>XGBoost</a:t>
            </a:r>
            <a:r>
              <a:rPr lang="en-US" sz="2000" b="1" dirty="0">
                <a:solidFill>
                  <a:schemeClr val="accent5"/>
                </a:solidFill>
              </a:rPr>
              <a:t> Regression</a:t>
            </a:r>
            <a:endParaRPr lang="en-IN" sz="2000" b="1" u="sng" dirty="0">
              <a:solidFill>
                <a:schemeClr val="accent5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5596" y="1628800"/>
            <a:ext cx="74888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alibri" pitchFamily="34" charset="0"/>
                <a:cs typeface="Calibri" pitchFamily="34" charset="0"/>
              </a:rPr>
              <a:t>XGBoost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 Regression combines many decision trees to make accurate predictions for continuous values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.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It improves performance by sequentially correcting errors and controlling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over fitting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through regularization.</a:t>
            </a:r>
            <a:endParaRPr lang="en-IN" sz="16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618" y="3284984"/>
            <a:ext cx="6172742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2781164" y="2636912"/>
            <a:ext cx="56432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>
                <a:solidFill>
                  <a:schemeClr val="accent5"/>
                </a:solidFill>
              </a:rPr>
              <a:t>XGBoost</a:t>
            </a:r>
            <a:r>
              <a:rPr lang="en-US" sz="1600" b="1" dirty="0" smtClean="0">
                <a:solidFill>
                  <a:schemeClr val="accent5"/>
                </a:solidFill>
              </a:rPr>
              <a:t> </a:t>
            </a:r>
            <a:r>
              <a:rPr lang="en-US" sz="1600" b="1" dirty="0" err="1" smtClean="0">
                <a:solidFill>
                  <a:schemeClr val="accent5"/>
                </a:solidFill>
              </a:rPr>
              <a:t>Hyperparameter</a:t>
            </a:r>
            <a:r>
              <a:rPr lang="en-US" sz="1600" b="1" dirty="0" smtClean="0">
                <a:solidFill>
                  <a:schemeClr val="accent5"/>
                </a:solidFill>
              </a:rPr>
              <a:t> table</a:t>
            </a:r>
            <a:endParaRPr lang="en-IN" sz="1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55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32038" y="898494"/>
            <a:ext cx="321594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accent5"/>
                </a:solidFill>
              </a:rPr>
              <a:t>XG Boost - Flow  chart</a:t>
            </a:r>
            <a:endParaRPr lang="en-IN" sz="2200" b="1" dirty="0">
              <a:solidFill>
                <a:schemeClr val="accent5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80" y="1772816"/>
            <a:ext cx="6697663" cy="379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492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606" y="1212326"/>
            <a:ext cx="6338763" cy="2569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403648" y="4077072"/>
            <a:ext cx="727280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F(x) represents the final predicted value for input xxx.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Each f1(x) is an individual decision tree in the model.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Trees are added sequentially, each learning from previous errors.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The final output is the sum of predictions from all trees.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This additive model improves accuracy while reducing bias.</a:t>
            </a:r>
          </a:p>
        </p:txBody>
      </p:sp>
      <p:sp>
        <p:nvSpPr>
          <p:cNvPr id="3" name="Rectangle 2"/>
          <p:cNvSpPr/>
          <p:nvPr/>
        </p:nvSpPr>
        <p:spPr>
          <a:xfrm>
            <a:off x="2133863" y="348844"/>
            <a:ext cx="51571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err="1">
                <a:solidFill>
                  <a:schemeClr val="accent5"/>
                </a:solidFill>
              </a:rPr>
              <a:t>XGBoost</a:t>
            </a:r>
            <a:r>
              <a:rPr lang="en-IN" sz="2000" b="1" dirty="0">
                <a:solidFill>
                  <a:schemeClr val="accent5"/>
                </a:solidFill>
              </a:rPr>
              <a:t> Regression Prediction Formula</a:t>
            </a:r>
          </a:p>
        </p:txBody>
      </p:sp>
    </p:spTree>
    <p:extLst>
      <p:ext uri="{BB962C8B-B14F-4D97-AF65-F5344CB8AC3E}">
        <p14:creationId xmlns:p14="http://schemas.microsoft.com/office/powerpoint/2010/main" val="279841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40360" y="737476"/>
            <a:ext cx="333937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rPr dirty="0">
                <a:solidFill>
                  <a:schemeClr val="accent5"/>
                </a:solidFill>
              </a:rPr>
              <a:t>Why </a:t>
            </a:r>
            <a:r>
              <a:rPr dirty="0" err="1">
                <a:solidFill>
                  <a:schemeClr val="accent5"/>
                </a:solidFill>
              </a:rPr>
              <a:t>XGBoost</a:t>
            </a:r>
            <a:r>
              <a:rPr dirty="0">
                <a:solidFill>
                  <a:schemeClr val="accent5"/>
                </a:solidFill>
              </a:rPr>
              <a:t>?</a:t>
            </a:r>
          </a:p>
        </p:txBody>
      </p:sp>
      <p:sp>
        <p:nvSpPr>
          <p:cNvPr id="4" name="Chevron 3"/>
          <p:cNvSpPr/>
          <p:nvPr/>
        </p:nvSpPr>
        <p:spPr>
          <a:xfrm>
            <a:off x="2627784" y="2109077"/>
            <a:ext cx="3657600" cy="731520"/>
          </a:xfrm>
          <a:prstGeom prst="chevron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High Accuracy</a:t>
            </a:r>
          </a:p>
        </p:txBody>
      </p:sp>
      <p:sp>
        <p:nvSpPr>
          <p:cNvPr id="5" name="Chevron 4"/>
          <p:cNvSpPr/>
          <p:nvPr/>
        </p:nvSpPr>
        <p:spPr>
          <a:xfrm>
            <a:off x="2627784" y="2932037"/>
            <a:ext cx="3657600" cy="731520"/>
          </a:xfrm>
          <a:prstGeom prst="chevron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dirty="0"/>
              <a:t>Handles Non-linearity</a:t>
            </a:r>
          </a:p>
        </p:txBody>
      </p:sp>
      <p:sp>
        <p:nvSpPr>
          <p:cNvPr id="6" name="Chevron 5"/>
          <p:cNvSpPr/>
          <p:nvPr/>
        </p:nvSpPr>
        <p:spPr>
          <a:xfrm>
            <a:off x="2627784" y="3754997"/>
            <a:ext cx="3657600" cy="731520"/>
          </a:xfrm>
          <a:prstGeom prst="chevron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dirty="0"/>
              <a:t>Regularization</a:t>
            </a:r>
          </a:p>
        </p:txBody>
      </p:sp>
      <p:sp>
        <p:nvSpPr>
          <p:cNvPr id="7" name="Chevron 6"/>
          <p:cNvSpPr/>
          <p:nvPr/>
        </p:nvSpPr>
        <p:spPr>
          <a:xfrm>
            <a:off x="2627784" y="4577957"/>
            <a:ext cx="3657600" cy="731520"/>
          </a:xfrm>
          <a:prstGeom prst="chevron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Fast &amp; Scalable</a:t>
            </a:r>
          </a:p>
        </p:txBody>
      </p:sp>
    </p:spTree>
    <p:extLst>
      <p:ext uri="{BB962C8B-B14F-4D97-AF65-F5344CB8AC3E}">
        <p14:creationId xmlns:p14="http://schemas.microsoft.com/office/powerpoint/2010/main" val="38350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856</TotalTime>
  <Words>112</Words>
  <Application>Microsoft Office PowerPoint</Application>
  <PresentationFormat>On-screen Show (4:3)</PresentationFormat>
  <Paragraphs>17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Essential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21</cp:revision>
  <dcterms:created xsi:type="dcterms:W3CDTF">2026-01-12T09:38:17Z</dcterms:created>
  <dcterms:modified xsi:type="dcterms:W3CDTF">2026-01-15T17:19:45Z</dcterms:modified>
</cp:coreProperties>
</file>